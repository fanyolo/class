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2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74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10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95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02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59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278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16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07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69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63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8941D-DB8C-463E-B6AC-C094BD6E2CB8}" type="datetimeFigureOut">
              <a:rPr lang="zh-CN" altLang="en-US" smtClean="0"/>
              <a:t>2023/1/5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D8F36-D01D-49C9-8B96-5AD770AB6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22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3017" y="3739792"/>
            <a:ext cx="1828801" cy="7988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将配置值写入到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寄存器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774038" y="380142"/>
            <a:ext cx="2712378" cy="3672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读取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的状态寄存器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774038" y="895560"/>
            <a:ext cx="2712378" cy="3270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取出接收状态位</a:t>
            </a:r>
            <a:endParaRPr lang="zh-CN" altLang="en-US" dirty="0"/>
          </a:p>
        </p:txBody>
      </p:sp>
      <p:sp>
        <p:nvSpPr>
          <p:cNvPr id="8" name="菱形 7"/>
          <p:cNvSpPr/>
          <p:nvPr/>
        </p:nvSpPr>
        <p:spPr>
          <a:xfrm>
            <a:off x="2774039" y="1358753"/>
            <a:ext cx="2712378" cy="7209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接收状态位是否为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774039" y="2798835"/>
            <a:ext cx="2712378" cy="14589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从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接收数据寄存器读取</a:t>
            </a:r>
            <a:r>
              <a:rPr lang="zh-CN" altLang="en-US" dirty="0" smtClean="0"/>
              <a:t>接收的</a:t>
            </a:r>
            <a:r>
              <a:rPr lang="en-US" altLang="zh-CN" dirty="0" smtClean="0"/>
              <a:t>1</a:t>
            </a:r>
            <a:r>
              <a:rPr lang="zh-CN" altLang="en-US" dirty="0"/>
              <a:t>个</a:t>
            </a:r>
            <a:r>
              <a:rPr lang="zh-CN" altLang="en-US" dirty="0" smtClean="0"/>
              <a:t>字节数据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2774038" y="2244039"/>
            <a:ext cx="2712378" cy="365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清除接收状态位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774038" y="4476098"/>
            <a:ext cx="2712378" cy="4691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写入数据缓冲区</a:t>
            </a:r>
            <a:endParaRPr lang="zh-CN" altLang="en-US" dirty="0"/>
          </a:p>
        </p:txBody>
      </p:sp>
      <p:sp>
        <p:nvSpPr>
          <p:cNvPr id="13" name="菱形 12"/>
          <p:cNvSpPr/>
          <p:nvPr/>
        </p:nvSpPr>
        <p:spPr>
          <a:xfrm>
            <a:off x="2774038" y="5095976"/>
            <a:ext cx="2712378" cy="7209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写指针是否达到最大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628469" y="6030072"/>
            <a:ext cx="2291137" cy="314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写指针递增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356259" y="6035209"/>
            <a:ext cx="2260314" cy="314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写指针指向最小地址</a:t>
            </a:r>
            <a:endParaRPr lang="zh-CN" altLang="en-US" dirty="0"/>
          </a:p>
        </p:txBody>
      </p:sp>
      <p:sp>
        <p:nvSpPr>
          <p:cNvPr id="16" name="菱形 15"/>
          <p:cNvSpPr/>
          <p:nvPr/>
        </p:nvSpPr>
        <p:spPr>
          <a:xfrm>
            <a:off x="8176525" y="1345485"/>
            <a:ext cx="2712378" cy="7209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发送</a:t>
            </a:r>
            <a:r>
              <a:rPr lang="zh-CN" altLang="en-US" dirty="0" smtClean="0"/>
              <a:t>状态位是否为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176525" y="865602"/>
            <a:ext cx="2712378" cy="356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取出发送状态位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176525" y="380141"/>
            <a:ext cx="2712378" cy="357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读取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的状态寄存器</a:t>
            </a:r>
            <a:endParaRPr lang="zh-CN" altLang="en-US" dirty="0"/>
          </a:p>
        </p:txBody>
      </p:sp>
      <p:sp>
        <p:nvSpPr>
          <p:cNvPr id="19" name="菱形 18"/>
          <p:cNvSpPr/>
          <p:nvPr/>
        </p:nvSpPr>
        <p:spPr>
          <a:xfrm>
            <a:off x="8207347" y="2225627"/>
            <a:ext cx="2681556" cy="7209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数据缓冲区是否空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207346" y="3074961"/>
            <a:ext cx="2681557" cy="345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清除发送状态位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8207345" y="3592528"/>
            <a:ext cx="2681557" cy="63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从数据缓冲区读取</a:t>
            </a:r>
            <a:r>
              <a:rPr lang="en-US" altLang="zh-CN" dirty="0" smtClean="0"/>
              <a:t>1</a:t>
            </a:r>
            <a:r>
              <a:rPr lang="zh-CN" altLang="en-US" dirty="0"/>
              <a:t>个</a:t>
            </a:r>
            <a:r>
              <a:rPr lang="zh-CN" altLang="en-US" dirty="0" smtClean="0"/>
              <a:t>字节发送数据，数据加</a:t>
            </a:r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8207344" y="4414452"/>
            <a:ext cx="2681557" cy="5308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写入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的发送数据寄存器</a:t>
            </a:r>
            <a:endParaRPr lang="zh-CN" altLang="en-US" dirty="0"/>
          </a:p>
        </p:txBody>
      </p:sp>
      <p:sp>
        <p:nvSpPr>
          <p:cNvPr id="23" name="菱形 22"/>
          <p:cNvSpPr/>
          <p:nvPr/>
        </p:nvSpPr>
        <p:spPr>
          <a:xfrm>
            <a:off x="8207343" y="5104530"/>
            <a:ext cx="2681557" cy="72090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读指针是否达到最大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7438490" y="6031339"/>
            <a:ext cx="1570253" cy="351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读</a:t>
            </a:r>
            <a:r>
              <a:rPr lang="zh-CN" altLang="en-US" dirty="0" smtClean="0"/>
              <a:t>指针递增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9777587" y="6024066"/>
            <a:ext cx="2260314" cy="351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读</a:t>
            </a:r>
            <a:r>
              <a:rPr lang="zh-CN" altLang="en-US" dirty="0" smtClean="0"/>
              <a:t>指针指向最小地址</a:t>
            </a:r>
            <a:endParaRPr lang="zh-CN" altLang="en-US" dirty="0"/>
          </a:p>
        </p:txBody>
      </p:sp>
      <p:cxnSp>
        <p:nvCxnSpPr>
          <p:cNvPr id="27" name="直接箭头连接符 26"/>
          <p:cNvCxnSpPr>
            <a:stCxn id="6" idx="2"/>
            <a:endCxn id="7" idx="0"/>
          </p:cNvCxnSpPr>
          <p:nvPr/>
        </p:nvCxnSpPr>
        <p:spPr>
          <a:xfrm>
            <a:off x="4130227" y="747441"/>
            <a:ext cx="0" cy="148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7" idx="2"/>
            <a:endCxn id="8" idx="0"/>
          </p:cNvCxnSpPr>
          <p:nvPr/>
        </p:nvCxnSpPr>
        <p:spPr>
          <a:xfrm>
            <a:off x="4130227" y="1222623"/>
            <a:ext cx="1" cy="136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8" idx="2"/>
            <a:endCxn id="11" idx="0"/>
          </p:cNvCxnSpPr>
          <p:nvPr/>
        </p:nvCxnSpPr>
        <p:spPr>
          <a:xfrm flipH="1">
            <a:off x="4130227" y="2079657"/>
            <a:ext cx="1" cy="164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11" idx="2"/>
            <a:endCxn id="9" idx="0"/>
          </p:cNvCxnSpPr>
          <p:nvPr/>
        </p:nvCxnSpPr>
        <p:spPr>
          <a:xfrm>
            <a:off x="4130227" y="2609630"/>
            <a:ext cx="1" cy="189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9" idx="2"/>
            <a:endCxn id="12" idx="0"/>
          </p:cNvCxnSpPr>
          <p:nvPr/>
        </p:nvCxnSpPr>
        <p:spPr>
          <a:xfrm flipH="1">
            <a:off x="4130227" y="4257768"/>
            <a:ext cx="1" cy="218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12" idx="2"/>
            <a:endCxn id="13" idx="0"/>
          </p:cNvCxnSpPr>
          <p:nvPr/>
        </p:nvCxnSpPr>
        <p:spPr>
          <a:xfrm>
            <a:off x="4130227" y="4945286"/>
            <a:ext cx="0" cy="150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13" idx="1"/>
            <a:endCxn id="14" idx="0"/>
          </p:cNvCxnSpPr>
          <p:nvPr/>
        </p:nvCxnSpPr>
        <p:spPr>
          <a:xfrm>
            <a:off x="2774038" y="5456428"/>
            <a:ext cx="0" cy="573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13" idx="3"/>
            <a:endCxn id="15" idx="0"/>
          </p:cNvCxnSpPr>
          <p:nvPr/>
        </p:nvCxnSpPr>
        <p:spPr>
          <a:xfrm>
            <a:off x="5486416" y="5456428"/>
            <a:ext cx="0" cy="578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连接符 53"/>
          <p:cNvCxnSpPr>
            <a:stCxn id="4" idx="2"/>
            <a:endCxn id="6" idx="0"/>
          </p:cNvCxnSpPr>
          <p:nvPr/>
        </p:nvCxnSpPr>
        <p:spPr>
          <a:xfrm rot="5400000" flipH="1" flipV="1">
            <a:off x="499588" y="907971"/>
            <a:ext cx="4158467" cy="3102809"/>
          </a:xfrm>
          <a:prstGeom prst="bentConnector5">
            <a:avLst>
              <a:gd name="adj1" fmla="val -5497"/>
              <a:gd name="adj2" fmla="val 42881"/>
              <a:gd name="adj3" fmla="val 1054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stCxn id="14" idx="2"/>
            <a:endCxn id="18" idx="1"/>
          </p:cNvCxnSpPr>
          <p:nvPr/>
        </p:nvCxnSpPr>
        <p:spPr>
          <a:xfrm rot="5400000" flipH="1" flipV="1">
            <a:off x="2582463" y="750231"/>
            <a:ext cx="5785635" cy="5402487"/>
          </a:xfrm>
          <a:prstGeom prst="bentConnector4">
            <a:avLst>
              <a:gd name="adj1" fmla="val -3951"/>
              <a:gd name="adj2" fmla="val 742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15" idx="2"/>
          </p:cNvCxnSpPr>
          <p:nvPr/>
        </p:nvCxnSpPr>
        <p:spPr>
          <a:xfrm>
            <a:off x="5486416" y="6349429"/>
            <a:ext cx="0" cy="246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18" idx="2"/>
            <a:endCxn id="17" idx="0"/>
          </p:cNvCxnSpPr>
          <p:nvPr/>
        </p:nvCxnSpPr>
        <p:spPr>
          <a:xfrm>
            <a:off x="9532714" y="737172"/>
            <a:ext cx="0" cy="12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17" idx="2"/>
            <a:endCxn id="16" idx="0"/>
          </p:cNvCxnSpPr>
          <p:nvPr/>
        </p:nvCxnSpPr>
        <p:spPr>
          <a:xfrm>
            <a:off x="9532714" y="1221766"/>
            <a:ext cx="0" cy="123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8" idx="3"/>
          </p:cNvCxnSpPr>
          <p:nvPr/>
        </p:nvCxnSpPr>
        <p:spPr>
          <a:xfrm>
            <a:off x="5486417" y="1719205"/>
            <a:ext cx="1294536" cy="6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/>
          <p:cNvCxnSpPr>
            <a:stCxn id="16" idx="1"/>
            <a:endCxn id="6" idx="0"/>
          </p:cNvCxnSpPr>
          <p:nvPr/>
        </p:nvCxnSpPr>
        <p:spPr>
          <a:xfrm rot="10800000">
            <a:off x="4130227" y="380143"/>
            <a:ext cx="4046298" cy="1325795"/>
          </a:xfrm>
          <a:prstGeom prst="bentConnector4">
            <a:avLst>
              <a:gd name="adj1" fmla="val 27402"/>
              <a:gd name="adj2" fmla="val 1172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16" idx="2"/>
            <a:endCxn id="19" idx="0"/>
          </p:cNvCxnSpPr>
          <p:nvPr/>
        </p:nvCxnSpPr>
        <p:spPr>
          <a:xfrm>
            <a:off x="9532714" y="2066389"/>
            <a:ext cx="15411" cy="159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肘形连接符 77"/>
          <p:cNvCxnSpPr>
            <a:stCxn id="19" idx="1"/>
          </p:cNvCxnSpPr>
          <p:nvPr/>
        </p:nvCxnSpPr>
        <p:spPr>
          <a:xfrm rot="10800000">
            <a:off x="7068639" y="1358753"/>
            <a:ext cx="1138709" cy="1227326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19" idx="2"/>
            <a:endCxn id="20" idx="0"/>
          </p:cNvCxnSpPr>
          <p:nvPr/>
        </p:nvCxnSpPr>
        <p:spPr>
          <a:xfrm>
            <a:off x="9548125" y="2946531"/>
            <a:ext cx="0" cy="12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stCxn id="20" idx="2"/>
            <a:endCxn id="21" idx="0"/>
          </p:cNvCxnSpPr>
          <p:nvPr/>
        </p:nvCxnSpPr>
        <p:spPr>
          <a:xfrm flipH="1">
            <a:off x="9548124" y="3420006"/>
            <a:ext cx="1" cy="17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21" idx="2"/>
            <a:endCxn id="22" idx="0"/>
          </p:cNvCxnSpPr>
          <p:nvPr/>
        </p:nvCxnSpPr>
        <p:spPr>
          <a:xfrm flipH="1">
            <a:off x="9548123" y="4224388"/>
            <a:ext cx="1" cy="190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>
            <a:stCxn id="22" idx="2"/>
            <a:endCxn id="23" idx="0"/>
          </p:cNvCxnSpPr>
          <p:nvPr/>
        </p:nvCxnSpPr>
        <p:spPr>
          <a:xfrm flipH="1">
            <a:off x="9548122" y="4945285"/>
            <a:ext cx="1" cy="159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23" idx="1"/>
            <a:endCxn id="24" idx="0"/>
          </p:cNvCxnSpPr>
          <p:nvPr/>
        </p:nvCxnSpPr>
        <p:spPr>
          <a:xfrm>
            <a:off x="8207343" y="5464982"/>
            <a:ext cx="16274" cy="566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>
            <a:stCxn id="23" idx="3"/>
            <a:endCxn id="25" idx="0"/>
          </p:cNvCxnSpPr>
          <p:nvPr/>
        </p:nvCxnSpPr>
        <p:spPr>
          <a:xfrm>
            <a:off x="10888900" y="5464982"/>
            <a:ext cx="18844" cy="559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24" idx="2"/>
          </p:cNvCxnSpPr>
          <p:nvPr/>
        </p:nvCxnSpPr>
        <p:spPr>
          <a:xfrm rot="5400000">
            <a:off x="7539317" y="5911709"/>
            <a:ext cx="213622" cy="115497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>
            <a:off x="7068639" y="2586079"/>
            <a:ext cx="0" cy="40099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肘形连接符 121"/>
          <p:cNvCxnSpPr>
            <a:stCxn id="25" idx="2"/>
          </p:cNvCxnSpPr>
          <p:nvPr/>
        </p:nvCxnSpPr>
        <p:spPr>
          <a:xfrm rot="5400000">
            <a:off x="9442822" y="5131088"/>
            <a:ext cx="220897" cy="270894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102758" y="925113"/>
            <a:ext cx="1839060" cy="26036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从数据存储器中读取各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寄存器的地址及配置值、</a:t>
            </a:r>
            <a:r>
              <a:rPr lang="en-US" altLang="zh-CN" dirty="0" smtClean="0"/>
              <a:t>UART</a:t>
            </a:r>
            <a:r>
              <a:rPr lang="zh-CN" altLang="en-US" dirty="0" smtClean="0"/>
              <a:t>状态寄存器的读写</a:t>
            </a:r>
            <a:r>
              <a:rPr lang="en-US" altLang="zh-CN" dirty="0" smtClean="0"/>
              <a:t>MASK</a:t>
            </a:r>
            <a:r>
              <a:rPr lang="zh-CN" altLang="en-US" dirty="0" smtClean="0"/>
              <a:t>值、数据缓冲区的最小及最大地址</a:t>
            </a:r>
            <a:endParaRPr lang="zh-CN" altLang="en-US" dirty="0"/>
          </a:p>
        </p:txBody>
      </p:sp>
      <p:cxnSp>
        <p:nvCxnSpPr>
          <p:cNvPr id="5" name="直接箭头连接符 4"/>
          <p:cNvCxnSpPr>
            <a:stCxn id="51" idx="2"/>
            <a:endCxn id="4" idx="0"/>
          </p:cNvCxnSpPr>
          <p:nvPr/>
        </p:nvCxnSpPr>
        <p:spPr>
          <a:xfrm>
            <a:off x="1022288" y="3528755"/>
            <a:ext cx="5130" cy="211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56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138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张俊</dc:creator>
  <cp:lastModifiedBy>张俊</cp:lastModifiedBy>
  <cp:revision>7</cp:revision>
  <dcterms:created xsi:type="dcterms:W3CDTF">2023-01-04T11:51:40Z</dcterms:created>
  <dcterms:modified xsi:type="dcterms:W3CDTF">2023-01-05T06:14:44Z</dcterms:modified>
</cp:coreProperties>
</file>